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Anton"/>
      <p:regular r:id="rId15"/>
    </p:embeddedFont>
    <p:embeddedFont>
      <p:font typeface="DM Sans Medium"/>
      <p:regular r:id="rId16"/>
      <p:bold r:id="rId17"/>
      <p:italic r:id="rId18"/>
      <p:boldItalic r:id="rId19"/>
    </p:embeddedFont>
    <p:embeddedFont>
      <p:font typeface="DM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22" Type="http://schemas.openxmlformats.org/officeDocument/2006/relationships/font" Target="fonts/DMSans-italic.fntdata"/><Relationship Id="rId21" Type="http://schemas.openxmlformats.org/officeDocument/2006/relationships/font" Target="fonts/DMSans-bold.fntdata"/><Relationship Id="rId23" Type="http://schemas.openxmlformats.org/officeDocument/2006/relationships/font" Target="fonts/DM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Anton-regular.fntdata"/><Relationship Id="rId14" Type="http://schemas.openxmlformats.org/officeDocument/2006/relationships/slide" Target="slides/slide9.xml"/><Relationship Id="rId17" Type="http://schemas.openxmlformats.org/officeDocument/2006/relationships/font" Target="fonts/DMSansMedium-bold.fntdata"/><Relationship Id="rId16" Type="http://schemas.openxmlformats.org/officeDocument/2006/relationships/font" Target="fonts/DMSansMedium-regular.fntdata"/><Relationship Id="rId19" Type="http://schemas.openxmlformats.org/officeDocument/2006/relationships/font" Target="fonts/DMSansMedium-boldItalic.fntdata"/><Relationship Id="rId18" Type="http://schemas.openxmlformats.org/officeDocument/2006/relationships/font" Target="fonts/DMSans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d32c6a9d17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d32c6a9d17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32c6a9d17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d32c6a9d17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d32c6a9d17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d32c6a9d17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d32c6a9d17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d32c6a9d17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d32c6a9d17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d32c6a9d17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d32c6a9d17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d32c6a9d17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d32c6a9d17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d32c6a9d17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d32c6a9d17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d32c6a9d17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d32c6a9d17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d32c6a9d17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914850" y="1365900"/>
            <a:ext cx="7314300" cy="241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845375" y="4716000"/>
            <a:ext cx="54534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ans Medium"/>
              <a:buNone/>
              <a:defRPr sz="1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3" type="subTitle"/>
          </p:nvPr>
        </p:nvSpPr>
        <p:spPr>
          <a:xfrm>
            <a:off x="125700" y="121800"/>
            <a:ext cx="31881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 Medium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4" type="subTitle"/>
          </p:nvPr>
        </p:nvSpPr>
        <p:spPr>
          <a:xfrm>
            <a:off x="5830275" y="125600"/>
            <a:ext cx="31881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 Medium"/>
              <a:buNone/>
              <a:defRPr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CUSTOM_5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5704625" y="278000"/>
            <a:ext cx="3313800" cy="41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/>
          <p:nvPr>
            <p:ph idx="3" type="pic"/>
          </p:nvPr>
        </p:nvSpPr>
        <p:spPr>
          <a:xfrm>
            <a:off x="125700" y="2356175"/>
            <a:ext cx="3187800" cy="20652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" type="secHead">
  <p:cSld name="SECTION_HEADER">
    <p:bg>
      <p:bgPr>
        <a:solidFill>
          <a:schemeClr val="dk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>
            <p:ph idx="2" type="pic"/>
          </p:nvPr>
        </p:nvSpPr>
        <p:spPr>
          <a:xfrm>
            <a:off x="2642425" y="1096825"/>
            <a:ext cx="3859200" cy="24081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23" name="Google Shape;23;p4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125700" y="278000"/>
            <a:ext cx="87669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3" type="title"/>
          </p:nvPr>
        </p:nvSpPr>
        <p:spPr>
          <a:xfrm>
            <a:off x="125700" y="3507625"/>
            <a:ext cx="87669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966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">
  <p:cSld name="CUSTOM_15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5"/>
          <p:cNvSpPr txBox="1"/>
          <p:nvPr>
            <p:ph type="title"/>
          </p:nvPr>
        </p:nvSpPr>
        <p:spPr>
          <a:xfrm>
            <a:off x="914850" y="1365900"/>
            <a:ext cx="7314300" cy="241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ig number" type="twoColTx">
  <p:cSld name="TITLE_AND_TWO_COLUMNS">
    <p:bg>
      <p:bgPr>
        <a:solidFill>
          <a:schemeClr val="lt2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922700" y="1089300"/>
            <a:ext cx="7306800" cy="243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Anton"/>
              <a:buNone/>
              <a:defRPr sz="10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" type="subTitle"/>
          </p:nvPr>
        </p:nvSpPr>
        <p:spPr>
          <a:xfrm>
            <a:off x="1845375" y="3298800"/>
            <a:ext cx="14682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3439350" y="3298800"/>
            <a:ext cx="22653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5830425" y="3298800"/>
            <a:ext cx="22653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cxnSp>
        <p:nvCxnSpPr>
          <p:cNvPr id="37" name="Google Shape;37;p6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" name="Google Shape;38;p6"/>
          <p:cNvSpPr txBox="1"/>
          <p:nvPr>
            <p:ph idx="4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5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6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">
  <p:cSld name="ONE_COLUMN_TEXT">
    <p:bg>
      <p:bgPr>
        <a:solidFill>
          <a:schemeClr val="dk2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/>
          <p:nvPr>
            <p:ph idx="2" type="pic"/>
          </p:nvPr>
        </p:nvSpPr>
        <p:spPr>
          <a:xfrm>
            <a:off x="3182100" y="0"/>
            <a:ext cx="5961900" cy="47112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7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251400" y="1855525"/>
            <a:ext cx="2265300" cy="26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type="title"/>
          </p:nvPr>
        </p:nvSpPr>
        <p:spPr>
          <a:xfrm>
            <a:off x="251400" y="927750"/>
            <a:ext cx="22653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5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49" name="Google Shape;49;p7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">
  <p:cSld name="CUSTOM">
    <p:bg>
      <p:bgPr>
        <a:solidFill>
          <a:schemeClr val="dk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8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5" name="Google Shape;55;p8"/>
          <p:cNvSpPr/>
          <p:nvPr>
            <p:ph idx="3" type="pic"/>
          </p:nvPr>
        </p:nvSpPr>
        <p:spPr>
          <a:xfrm>
            <a:off x="125700" y="125600"/>
            <a:ext cx="8892600" cy="45858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llery">
  <p:cSld name="CUSTOM_1">
    <p:bg>
      <p:bgPr>
        <a:solidFill>
          <a:schemeClr val="dk2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>
            <p:ph idx="2" type="pic"/>
          </p:nvPr>
        </p:nvSpPr>
        <p:spPr>
          <a:xfrm>
            <a:off x="125700" y="2041425"/>
            <a:ext cx="5581500" cy="26694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9"/>
          <p:cNvSpPr/>
          <p:nvPr>
            <p:ph idx="3" type="pic"/>
          </p:nvPr>
        </p:nvSpPr>
        <p:spPr>
          <a:xfrm>
            <a:off x="5827725" y="2041425"/>
            <a:ext cx="3193200" cy="26694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9"/>
          <p:cNvSpPr/>
          <p:nvPr>
            <p:ph idx="4" type="pic"/>
          </p:nvPr>
        </p:nvSpPr>
        <p:spPr>
          <a:xfrm>
            <a:off x="120525" y="125600"/>
            <a:ext cx="3193200" cy="17892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9"/>
          <p:cNvSpPr/>
          <p:nvPr>
            <p:ph idx="5" type="pic"/>
          </p:nvPr>
        </p:nvSpPr>
        <p:spPr>
          <a:xfrm>
            <a:off x="3436750" y="125600"/>
            <a:ext cx="5581500" cy="17892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2" name="Google Shape;62;p9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6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 chart">
  <p:cSld name="CUSTOM_2">
    <p:bg>
      <p:bgPr>
        <a:solidFill>
          <a:schemeClr val="dk2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125700" y="522600"/>
            <a:ext cx="3840300" cy="17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nton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" type="subTitle"/>
          </p:nvPr>
        </p:nvSpPr>
        <p:spPr>
          <a:xfrm>
            <a:off x="125700" y="2455838"/>
            <a:ext cx="3082200" cy="8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2" type="body"/>
          </p:nvPr>
        </p:nvSpPr>
        <p:spPr>
          <a:xfrm>
            <a:off x="125700" y="3501075"/>
            <a:ext cx="3062400" cy="10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10"/>
          <p:cNvSpPr txBox="1"/>
          <p:nvPr>
            <p:ph idx="3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5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">
  <p:cSld name="CUSTOM_3">
    <p:bg>
      <p:bgPr>
        <a:solidFill>
          <a:schemeClr val="dk2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3439375" y="141600"/>
            <a:ext cx="5453400" cy="45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125825" y="659000"/>
            <a:ext cx="2516700" cy="12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125825" y="1377775"/>
            <a:ext cx="2516700" cy="12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cxnSp>
        <p:nvCxnSpPr>
          <p:cNvPr id="79" name="Google Shape;79;p11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1"/>
          <p:cNvSpPr txBox="1"/>
          <p:nvPr>
            <p:ph idx="3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5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ution Goals">
  <p:cSld name="CUSTOM_4">
    <p:bg>
      <p:bgPr>
        <a:solidFill>
          <a:schemeClr val="lt2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/>
          <p:nvPr>
            <p:ph idx="2" type="pic"/>
          </p:nvPr>
        </p:nvSpPr>
        <p:spPr>
          <a:xfrm>
            <a:off x="125700" y="921925"/>
            <a:ext cx="8892300" cy="26337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2"/>
          <p:cNvSpPr txBox="1"/>
          <p:nvPr>
            <p:ph idx="1" type="body"/>
          </p:nvPr>
        </p:nvSpPr>
        <p:spPr>
          <a:xfrm>
            <a:off x="2642375" y="3632600"/>
            <a:ext cx="38592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3" type="body"/>
          </p:nvPr>
        </p:nvSpPr>
        <p:spPr>
          <a:xfrm>
            <a:off x="6627325" y="3632600"/>
            <a:ext cx="2391000" cy="5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4" type="subTitle"/>
          </p:nvPr>
        </p:nvSpPr>
        <p:spPr>
          <a:xfrm>
            <a:off x="125700" y="366695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type="title"/>
          </p:nvPr>
        </p:nvSpPr>
        <p:spPr>
          <a:xfrm>
            <a:off x="125700" y="125600"/>
            <a:ext cx="87669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90" name="Google Shape;90;p12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" name="Google Shape;91;p12"/>
          <p:cNvSpPr txBox="1"/>
          <p:nvPr>
            <p:ph idx="5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2" name="Google Shape;92;p12"/>
          <p:cNvSpPr txBox="1"/>
          <p:nvPr>
            <p:ph idx="6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_6">
    <p:bg>
      <p:bgPr>
        <a:solidFill>
          <a:schemeClr val="dk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idx="1" type="body"/>
          </p:nvPr>
        </p:nvSpPr>
        <p:spPr>
          <a:xfrm>
            <a:off x="5830325" y="125600"/>
            <a:ext cx="3188100" cy="7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96" name="Google Shape;96;p13"/>
          <p:cNvSpPr/>
          <p:nvPr>
            <p:ph idx="2" type="pic"/>
          </p:nvPr>
        </p:nvSpPr>
        <p:spPr>
          <a:xfrm>
            <a:off x="125700" y="1824050"/>
            <a:ext cx="2088900" cy="22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13"/>
          <p:cNvSpPr/>
          <p:nvPr>
            <p:ph idx="3" type="pic"/>
          </p:nvPr>
        </p:nvSpPr>
        <p:spPr>
          <a:xfrm>
            <a:off x="2393673" y="1824050"/>
            <a:ext cx="2088900" cy="22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3"/>
          <p:cNvSpPr/>
          <p:nvPr>
            <p:ph idx="4" type="pic"/>
          </p:nvPr>
        </p:nvSpPr>
        <p:spPr>
          <a:xfrm>
            <a:off x="4661539" y="1824050"/>
            <a:ext cx="2088900" cy="22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13"/>
          <p:cNvSpPr/>
          <p:nvPr>
            <p:ph idx="5" type="pic"/>
          </p:nvPr>
        </p:nvSpPr>
        <p:spPr>
          <a:xfrm>
            <a:off x="6929405" y="1824050"/>
            <a:ext cx="2088900" cy="22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100" name="Google Shape;100;p13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" name="Google Shape;101;p13"/>
          <p:cNvSpPr txBox="1"/>
          <p:nvPr>
            <p:ph idx="6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7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3" name="Google Shape;103;p13"/>
          <p:cNvSpPr txBox="1"/>
          <p:nvPr>
            <p:ph type="title"/>
          </p:nvPr>
        </p:nvSpPr>
        <p:spPr>
          <a:xfrm>
            <a:off x="125700" y="1362200"/>
            <a:ext cx="208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nton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8" type="subTitle"/>
          </p:nvPr>
        </p:nvSpPr>
        <p:spPr>
          <a:xfrm>
            <a:off x="125700" y="4077300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9" type="title"/>
          </p:nvPr>
        </p:nvSpPr>
        <p:spPr>
          <a:xfrm>
            <a:off x="2393625" y="1378200"/>
            <a:ext cx="208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nton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06" name="Google Shape;106;p13"/>
          <p:cNvSpPr txBox="1"/>
          <p:nvPr>
            <p:ph idx="13" type="subTitle"/>
          </p:nvPr>
        </p:nvSpPr>
        <p:spPr>
          <a:xfrm>
            <a:off x="2393625" y="4091034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4" type="title"/>
          </p:nvPr>
        </p:nvSpPr>
        <p:spPr>
          <a:xfrm>
            <a:off x="4661525" y="1378200"/>
            <a:ext cx="208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nton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15" type="subTitle"/>
          </p:nvPr>
        </p:nvSpPr>
        <p:spPr>
          <a:xfrm>
            <a:off x="4661525" y="4091034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6" type="title"/>
          </p:nvPr>
        </p:nvSpPr>
        <p:spPr>
          <a:xfrm>
            <a:off x="6929425" y="1378200"/>
            <a:ext cx="208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nton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17" type="subTitle"/>
          </p:nvPr>
        </p:nvSpPr>
        <p:spPr>
          <a:xfrm>
            <a:off x="6929425" y="4091034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18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dget">
  <p:cSld name="CUSTOM_7">
    <p:bg>
      <p:bgPr>
        <a:solidFill>
          <a:schemeClr val="lt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/>
          <p:nvPr>
            <p:ph type="title"/>
          </p:nvPr>
        </p:nvSpPr>
        <p:spPr>
          <a:xfrm>
            <a:off x="133150" y="125600"/>
            <a:ext cx="3180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14"/>
          <p:cNvSpPr txBox="1"/>
          <p:nvPr>
            <p:ph idx="1" type="body"/>
          </p:nvPr>
        </p:nvSpPr>
        <p:spPr>
          <a:xfrm>
            <a:off x="5830325" y="125600"/>
            <a:ext cx="3188100" cy="7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16" name="Google Shape;116;p14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" name="Google Shape;117;p14"/>
          <p:cNvSpPr txBox="1"/>
          <p:nvPr>
            <p:ph idx="2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8" name="Google Shape;118;p14"/>
          <p:cNvSpPr txBox="1"/>
          <p:nvPr>
            <p:ph idx="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16">
    <p:bg>
      <p:bgPr>
        <a:solidFill>
          <a:schemeClr val="lt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>
            <p:ph type="title"/>
          </p:nvPr>
        </p:nvSpPr>
        <p:spPr>
          <a:xfrm>
            <a:off x="133150" y="125600"/>
            <a:ext cx="3180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2" name="Google Shape;122;p15"/>
          <p:cNvSpPr txBox="1"/>
          <p:nvPr>
            <p:ph idx="1" type="body"/>
          </p:nvPr>
        </p:nvSpPr>
        <p:spPr>
          <a:xfrm>
            <a:off x="5830325" y="125600"/>
            <a:ext cx="3188100" cy="7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23" name="Google Shape;123;p15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5"/>
          <p:cNvSpPr txBox="1"/>
          <p:nvPr>
            <p:ph idx="2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">
  <p:cSld name="CUSTOM_8">
    <p:bg>
      <p:bgPr>
        <a:solidFill>
          <a:schemeClr val="dk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" name="Google Shape;128;p16"/>
          <p:cNvCxnSpPr/>
          <p:nvPr/>
        </p:nvCxnSpPr>
        <p:spPr>
          <a:xfrm>
            <a:off x="125725" y="1460150"/>
            <a:ext cx="8892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16"/>
          <p:cNvSpPr txBox="1"/>
          <p:nvPr>
            <p:ph type="title"/>
          </p:nvPr>
        </p:nvSpPr>
        <p:spPr>
          <a:xfrm>
            <a:off x="133150" y="125600"/>
            <a:ext cx="4105200" cy="10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30" name="Google Shape;130;p16"/>
          <p:cNvSpPr txBox="1"/>
          <p:nvPr>
            <p:ph idx="2" type="title"/>
          </p:nvPr>
        </p:nvSpPr>
        <p:spPr>
          <a:xfrm>
            <a:off x="121500" y="1544925"/>
            <a:ext cx="15981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31" name="Google Shape;131;p16"/>
          <p:cNvSpPr txBox="1"/>
          <p:nvPr>
            <p:ph idx="3" type="title"/>
          </p:nvPr>
        </p:nvSpPr>
        <p:spPr>
          <a:xfrm>
            <a:off x="2516675" y="1544925"/>
            <a:ext cx="17157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32" name="Google Shape;132;p16"/>
          <p:cNvSpPr txBox="1"/>
          <p:nvPr>
            <p:ph idx="4" type="title"/>
          </p:nvPr>
        </p:nvSpPr>
        <p:spPr>
          <a:xfrm>
            <a:off x="4907700" y="1544925"/>
            <a:ext cx="1719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33" name="Google Shape;133;p16"/>
          <p:cNvSpPr txBox="1"/>
          <p:nvPr>
            <p:ph idx="5" type="title"/>
          </p:nvPr>
        </p:nvSpPr>
        <p:spPr>
          <a:xfrm>
            <a:off x="7300884" y="1544925"/>
            <a:ext cx="17151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34" name="Google Shape;134;p16"/>
          <p:cNvSpPr txBox="1"/>
          <p:nvPr>
            <p:ph idx="1" type="subTitle"/>
          </p:nvPr>
        </p:nvSpPr>
        <p:spPr>
          <a:xfrm>
            <a:off x="121500" y="3443500"/>
            <a:ext cx="14682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35" name="Google Shape;135;p16"/>
          <p:cNvSpPr txBox="1"/>
          <p:nvPr>
            <p:ph idx="6" type="subTitle"/>
          </p:nvPr>
        </p:nvSpPr>
        <p:spPr>
          <a:xfrm>
            <a:off x="2513725" y="3443500"/>
            <a:ext cx="15867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36" name="Google Shape;136;p16"/>
          <p:cNvSpPr txBox="1"/>
          <p:nvPr>
            <p:ph idx="7" type="subTitle"/>
          </p:nvPr>
        </p:nvSpPr>
        <p:spPr>
          <a:xfrm>
            <a:off x="4912111" y="3443500"/>
            <a:ext cx="15798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37" name="Google Shape;137;p16"/>
          <p:cNvSpPr txBox="1"/>
          <p:nvPr>
            <p:ph idx="8" type="subTitle"/>
          </p:nvPr>
        </p:nvSpPr>
        <p:spPr>
          <a:xfrm>
            <a:off x="7300884" y="3443500"/>
            <a:ext cx="15819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38" name="Google Shape;138;p16"/>
          <p:cNvSpPr txBox="1"/>
          <p:nvPr>
            <p:ph idx="9" type="body"/>
          </p:nvPr>
        </p:nvSpPr>
        <p:spPr>
          <a:xfrm>
            <a:off x="7300884" y="3813050"/>
            <a:ext cx="17151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39" name="Google Shape;139;p16"/>
          <p:cNvSpPr txBox="1"/>
          <p:nvPr>
            <p:ph idx="13" type="body"/>
          </p:nvPr>
        </p:nvSpPr>
        <p:spPr>
          <a:xfrm>
            <a:off x="122450" y="3813050"/>
            <a:ext cx="15921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40" name="Google Shape;140;p16"/>
          <p:cNvSpPr txBox="1"/>
          <p:nvPr>
            <p:ph idx="14" type="body"/>
          </p:nvPr>
        </p:nvSpPr>
        <p:spPr>
          <a:xfrm>
            <a:off x="2514752" y="3813050"/>
            <a:ext cx="17208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41" name="Google Shape;141;p16"/>
          <p:cNvSpPr txBox="1"/>
          <p:nvPr>
            <p:ph idx="15" type="body"/>
          </p:nvPr>
        </p:nvSpPr>
        <p:spPr>
          <a:xfrm>
            <a:off x="4912596" y="3813050"/>
            <a:ext cx="17130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cxnSp>
        <p:nvCxnSpPr>
          <p:cNvPr id="142" name="Google Shape;142;p16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p16"/>
          <p:cNvSpPr txBox="1"/>
          <p:nvPr>
            <p:ph idx="16" type="subTitle"/>
          </p:nvPr>
        </p:nvSpPr>
        <p:spPr>
          <a:xfrm>
            <a:off x="125725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4" name="Google Shape;144;p16"/>
          <p:cNvSpPr txBox="1"/>
          <p:nvPr>
            <p:ph idx="17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5" name="Google Shape;145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ution Steps">
  <p:cSld name="CUSTOM_10">
    <p:bg>
      <p:bgPr>
        <a:solidFill>
          <a:schemeClr val="dk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/>
          <p:nvPr>
            <p:ph type="title"/>
          </p:nvPr>
        </p:nvSpPr>
        <p:spPr>
          <a:xfrm>
            <a:off x="133150" y="125600"/>
            <a:ext cx="3180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48" name="Google Shape;148;p17"/>
          <p:cNvSpPr txBox="1"/>
          <p:nvPr>
            <p:ph idx="1" type="body"/>
          </p:nvPr>
        </p:nvSpPr>
        <p:spPr>
          <a:xfrm>
            <a:off x="6627325" y="1256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49" name="Google Shape;149;p17"/>
          <p:cNvSpPr txBox="1"/>
          <p:nvPr>
            <p:ph idx="2" type="subTitle"/>
          </p:nvPr>
        </p:nvSpPr>
        <p:spPr>
          <a:xfrm>
            <a:off x="5033375" y="12560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50" name="Google Shape;150;p17"/>
          <p:cNvSpPr txBox="1"/>
          <p:nvPr>
            <p:ph idx="3" type="body"/>
          </p:nvPr>
        </p:nvSpPr>
        <p:spPr>
          <a:xfrm>
            <a:off x="6627300" y="17662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51" name="Google Shape;151;p17"/>
          <p:cNvSpPr txBox="1"/>
          <p:nvPr>
            <p:ph idx="4" type="subTitle"/>
          </p:nvPr>
        </p:nvSpPr>
        <p:spPr>
          <a:xfrm>
            <a:off x="5033350" y="1766188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52" name="Google Shape;152;p17"/>
          <p:cNvSpPr txBox="1"/>
          <p:nvPr>
            <p:ph idx="5" type="body"/>
          </p:nvPr>
        </p:nvSpPr>
        <p:spPr>
          <a:xfrm>
            <a:off x="6627300" y="34068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53" name="Google Shape;153;p17"/>
          <p:cNvSpPr txBox="1"/>
          <p:nvPr>
            <p:ph idx="6" type="subTitle"/>
          </p:nvPr>
        </p:nvSpPr>
        <p:spPr>
          <a:xfrm>
            <a:off x="5033350" y="3406775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154" name="Google Shape;154;p17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17"/>
          <p:cNvSpPr txBox="1"/>
          <p:nvPr>
            <p:ph idx="7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6" name="Google Shape;156;p17"/>
          <p:cNvSpPr txBox="1"/>
          <p:nvPr>
            <p:ph idx="8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157" name="Google Shape;157;p17"/>
          <p:cNvCxnSpPr/>
          <p:nvPr/>
        </p:nvCxnSpPr>
        <p:spPr>
          <a:xfrm>
            <a:off x="1888263" y="1208900"/>
            <a:ext cx="2414400" cy="893700"/>
          </a:xfrm>
          <a:prstGeom prst="curvedConnector3">
            <a:avLst>
              <a:gd fmla="val 64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8" name="Google Shape;158;p17"/>
          <p:cNvSpPr/>
          <p:nvPr>
            <p:ph idx="9" type="pic"/>
          </p:nvPr>
        </p:nvSpPr>
        <p:spPr>
          <a:xfrm>
            <a:off x="125700" y="2356175"/>
            <a:ext cx="3187800" cy="2065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9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type="title"/>
          </p:nvPr>
        </p:nvSpPr>
        <p:spPr>
          <a:xfrm>
            <a:off x="1578300" y="2304300"/>
            <a:ext cx="7314300" cy="24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9pPr>
          </a:lstStyle>
          <a:p/>
        </p:txBody>
      </p:sp>
      <p:sp>
        <p:nvSpPr>
          <p:cNvPr id="162" name="Google Shape;162;p18"/>
          <p:cNvSpPr txBox="1"/>
          <p:nvPr>
            <p:ph idx="1" type="subTitle"/>
          </p:nvPr>
        </p:nvSpPr>
        <p:spPr>
          <a:xfrm>
            <a:off x="125750" y="12560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63" name="Google Shape;163;p18"/>
          <p:cNvSpPr txBox="1"/>
          <p:nvPr>
            <p:ph idx="2" type="subTitle"/>
          </p:nvPr>
        </p:nvSpPr>
        <p:spPr>
          <a:xfrm>
            <a:off x="1845425" y="12560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64" name="Google Shape;164;p18"/>
          <p:cNvSpPr txBox="1"/>
          <p:nvPr>
            <p:ph idx="3" type="body"/>
          </p:nvPr>
        </p:nvSpPr>
        <p:spPr>
          <a:xfrm>
            <a:off x="125700" y="730550"/>
            <a:ext cx="15939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65" name="Google Shape;165;p18"/>
          <p:cNvSpPr txBox="1"/>
          <p:nvPr>
            <p:ph idx="4" type="body"/>
          </p:nvPr>
        </p:nvSpPr>
        <p:spPr>
          <a:xfrm>
            <a:off x="1845375" y="730550"/>
            <a:ext cx="14682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">
  <p:cSld name="CUSTOM_11">
    <p:bg>
      <p:bgPr>
        <a:solidFill>
          <a:schemeClr val="lt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/>
          <p:nvPr>
            <p:ph idx="2" type="pic"/>
          </p:nvPr>
        </p:nvSpPr>
        <p:spPr>
          <a:xfrm>
            <a:off x="251400" y="1381838"/>
            <a:ext cx="2030100" cy="19434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19"/>
          <p:cNvSpPr/>
          <p:nvPr>
            <p:ph idx="3" type="pic"/>
          </p:nvPr>
        </p:nvSpPr>
        <p:spPr>
          <a:xfrm>
            <a:off x="2455067" y="1381838"/>
            <a:ext cx="2030100" cy="19434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19"/>
          <p:cNvSpPr/>
          <p:nvPr>
            <p:ph idx="4" type="pic"/>
          </p:nvPr>
        </p:nvSpPr>
        <p:spPr>
          <a:xfrm>
            <a:off x="4658734" y="1381838"/>
            <a:ext cx="2030100" cy="19434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19"/>
          <p:cNvSpPr/>
          <p:nvPr>
            <p:ph idx="5" type="pic"/>
          </p:nvPr>
        </p:nvSpPr>
        <p:spPr>
          <a:xfrm>
            <a:off x="6862400" y="1381838"/>
            <a:ext cx="2030100" cy="19434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19"/>
          <p:cNvSpPr txBox="1"/>
          <p:nvPr>
            <p:ph type="title"/>
          </p:nvPr>
        </p:nvSpPr>
        <p:spPr>
          <a:xfrm>
            <a:off x="139825" y="140075"/>
            <a:ext cx="3970800" cy="15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19"/>
          <p:cNvSpPr txBox="1"/>
          <p:nvPr>
            <p:ph idx="1" type="subTitle"/>
          </p:nvPr>
        </p:nvSpPr>
        <p:spPr>
          <a:xfrm>
            <a:off x="251400" y="3420138"/>
            <a:ext cx="20298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19"/>
          <p:cNvSpPr txBox="1"/>
          <p:nvPr>
            <p:ph idx="6" type="subTitle"/>
          </p:nvPr>
        </p:nvSpPr>
        <p:spPr>
          <a:xfrm>
            <a:off x="2455145" y="3433871"/>
            <a:ext cx="20298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4" name="Google Shape;174;p19"/>
          <p:cNvSpPr txBox="1"/>
          <p:nvPr>
            <p:ph idx="7" type="subTitle"/>
          </p:nvPr>
        </p:nvSpPr>
        <p:spPr>
          <a:xfrm>
            <a:off x="4658867" y="3433871"/>
            <a:ext cx="20298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5" name="Google Shape;175;p19"/>
          <p:cNvSpPr txBox="1"/>
          <p:nvPr>
            <p:ph idx="8" type="subTitle"/>
          </p:nvPr>
        </p:nvSpPr>
        <p:spPr>
          <a:xfrm>
            <a:off x="6862588" y="3433871"/>
            <a:ext cx="20298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76" name="Google Shape;176;p19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19"/>
          <p:cNvSpPr txBox="1"/>
          <p:nvPr>
            <p:ph idx="9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8" name="Google Shape;178;p19"/>
          <p:cNvSpPr txBox="1"/>
          <p:nvPr>
            <p:ph idx="1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9" name="Google Shape;179;p19"/>
          <p:cNvSpPr txBox="1"/>
          <p:nvPr>
            <p:ph idx="14" type="body"/>
          </p:nvPr>
        </p:nvSpPr>
        <p:spPr>
          <a:xfrm>
            <a:off x="252125" y="3753975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19"/>
          <p:cNvSpPr txBox="1"/>
          <p:nvPr>
            <p:ph idx="15" type="body"/>
          </p:nvPr>
        </p:nvSpPr>
        <p:spPr>
          <a:xfrm>
            <a:off x="3218350" y="74186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19"/>
          <p:cNvSpPr txBox="1"/>
          <p:nvPr>
            <p:ph idx="16" type="body"/>
          </p:nvPr>
        </p:nvSpPr>
        <p:spPr>
          <a:xfrm>
            <a:off x="3218350" y="8720875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2" name="Google Shape;182;p19"/>
          <p:cNvSpPr txBox="1"/>
          <p:nvPr>
            <p:ph idx="17" type="body"/>
          </p:nvPr>
        </p:nvSpPr>
        <p:spPr>
          <a:xfrm>
            <a:off x="2455075" y="3753963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3" name="Google Shape;183;p19"/>
          <p:cNvSpPr txBox="1"/>
          <p:nvPr>
            <p:ph idx="18" type="body"/>
          </p:nvPr>
        </p:nvSpPr>
        <p:spPr>
          <a:xfrm>
            <a:off x="4658725" y="3753963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4" name="Google Shape;184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9"/>
          <p:cNvSpPr txBox="1"/>
          <p:nvPr>
            <p:ph idx="19" type="body"/>
          </p:nvPr>
        </p:nvSpPr>
        <p:spPr>
          <a:xfrm>
            <a:off x="6862375" y="3753963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">
  <p:cSld name="CUSTOM_12">
    <p:bg>
      <p:bgPr>
        <a:solidFill>
          <a:schemeClr val="dk2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7" name="Google Shape;187;p20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20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20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0" name="Google Shape;190;p20"/>
          <p:cNvSpPr txBox="1"/>
          <p:nvPr>
            <p:ph type="title"/>
          </p:nvPr>
        </p:nvSpPr>
        <p:spPr>
          <a:xfrm>
            <a:off x="129375" y="525200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9pPr>
          </a:lstStyle>
          <a:p/>
        </p:txBody>
      </p:sp>
      <p:cxnSp>
        <p:nvCxnSpPr>
          <p:cNvPr id="191" name="Google Shape;191;p20"/>
          <p:cNvCxnSpPr/>
          <p:nvPr/>
        </p:nvCxnSpPr>
        <p:spPr>
          <a:xfrm>
            <a:off x="-5675" y="1923692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20"/>
          <p:cNvCxnSpPr/>
          <p:nvPr/>
        </p:nvCxnSpPr>
        <p:spPr>
          <a:xfrm>
            <a:off x="-5675" y="3319846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" name="Google Shape;193;p20"/>
          <p:cNvSpPr txBox="1"/>
          <p:nvPr>
            <p:ph idx="3" type="title"/>
          </p:nvPr>
        </p:nvSpPr>
        <p:spPr>
          <a:xfrm>
            <a:off x="129375" y="1926150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9pPr>
          </a:lstStyle>
          <a:p/>
        </p:txBody>
      </p:sp>
      <p:sp>
        <p:nvSpPr>
          <p:cNvPr id="194" name="Google Shape;194;p20"/>
          <p:cNvSpPr txBox="1"/>
          <p:nvPr>
            <p:ph idx="4" type="title"/>
          </p:nvPr>
        </p:nvSpPr>
        <p:spPr>
          <a:xfrm>
            <a:off x="129375" y="3317475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9pPr>
          </a:lstStyle>
          <a:p/>
        </p:txBody>
      </p:sp>
      <p:sp>
        <p:nvSpPr>
          <p:cNvPr id="195" name="Google Shape;195;p20"/>
          <p:cNvSpPr txBox="1"/>
          <p:nvPr>
            <p:ph idx="5" type="subTitle"/>
          </p:nvPr>
        </p:nvSpPr>
        <p:spPr>
          <a:xfrm>
            <a:off x="3687875" y="527550"/>
            <a:ext cx="54618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6" name="Google Shape;196;p20"/>
          <p:cNvSpPr txBox="1"/>
          <p:nvPr>
            <p:ph idx="6" type="subTitle"/>
          </p:nvPr>
        </p:nvSpPr>
        <p:spPr>
          <a:xfrm>
            <a:off x="3687875" y="1923700"/>
            <a:ext cx="54618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7" name="Google Shape;197;p20"/>
          <p:cNvSpPr txBox="1"/>
          <p:nvPr>
            <p:ph idx="7" type="subTitle"/>
          </p:nvPr>
        </p:nvSpPr>
        <p:spPr>
          <a:xfrm>
            <a:off x="3687875" y="3317400"/>
            <a:ext cx="54618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8" name="Google Shape;198;p20"/>
          <p:cNvSpPr txBox="1"/>
          <p:nvPr>
            <p:ph idx="8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9" name="Google Shape;19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Us Achievements">
  <p:cSld name="CUSTOM_18">
    <p:bg>
      <p:bgPr>
        <a:solidFill>
          <a:schemeClr val="lt2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/>
          <p:nvPr>
            <p:ph type="title"/>
          </p:nvPr>
        </p:nvSpPr>
        <p:spPr>
          <a:xfrm>
            <a:off x="129375" y="52520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02" name="Google Shape;202;p21"/>
          <p:cNvCxnSpPr/>
          <p:nvPr/>
        </p:nvCxnSpPr>
        <p:spPr>
          <a:xfrm>
            <a:off x="-5675" y="15729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1"/>
          <p:cNvSpPr txBox="1"/>
          <p:nvPr>
            <p:ph idx="2" type="title"/>
          </p:nvPr>
        </p:nvSpPr>
        <p:spPr>
          <a:xfrm>
            <a:off x="129375" y="157515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4" name="Google Shape;204;p21"/>
          <p:cNvSpPr txBox="1"/>
          <p:nvPr>
            <p:ph idx="3" type="title"/>
          </p:nvPr>
        </p:nvSpPr>
        <p:spPr>
          <a:xfrm>
            <a:off x="129375" y="262275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05" name="Google Shape;205;p21"/>
          <p:cNvCxnSpPr/>
          <p:nvPr/>
        </p:nvCxnSpPr>
        <p:spPr>
          <a:xfrm>
            <a:off x="-5675" y="36683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1"/>
          <p:cNvSpPr txBox="1"/>
          <p:nvPr>
            <p:ph idx="1" type="subTitle"/>
          </p:nvPr>
        </p:nvSpPr>
        <p:spPr>
          <a:xfrm>
            <a:off x="3686104" y="527550"/>
            <a:ext cx="2829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idx="4" type="subTitle"/>
          </p:nvPr>
        </p:nvSpPr>
        <p:spPr>
          <a:xfrm>
            <a:off x="3686104" y="1572800"/>
            <a:ext cx="2829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8" name="Google Shape;208;p21"/>
          <p:cNvSpPr txBox="1"/>
          <p:nvPr>
            <p:ph idx="5" type="subTitle"/>
          </p:nvPr>
        </p:nvSpPr>
        <p:spPr>
          <a:xfrm>
            <a:off x="3686104" y="2622750"/>
            <a:ext cx="2829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9" name="Google Shape;209;p21"/>
          <p:cNvSpPr txBox="1"/>
          <p:nvPr>
            <p:ph idx="6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210" name="Google Shape;210;p21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21"/>
          <p:cNvSpPr txBox="1"/>
          <p:nvPr>
            <p:ph idx="7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2" name="Google Shape;212;p21"/>
          <p:cNvSpPr txBox="1"/>
          <p:nvPr>
            <p:ph idx="8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213" name="Google Shape;213;p21"/>
          <p:cNvCxnSpPr/>
          <p:nvPr/>
        </p:nvCxnSpPr>
        <p:spPr>
          <a:xfrm>
            <a:off x="-11400" y="5252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1"/>
          <p:cNvCxnSpPr/>
          <p:nvPr/>
        </p:nvCxnSpPr>
        <p:spPr>
          <a:xfrm>
            <a:off x="-5700" y="26206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1"/>
          <p:cNvSpPr txBox="1"/>
          <p:nvPr>
            <p:ph idx="9" type="title"/>
          </p:nvPr>
        </p:nvSpPr>
        <p:spPr>
          <a:xfrm>
            <a:off x="125700" y="367270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6" name="Google Shape;216;p21"/>
          <p:cNvSpPr txBox="1"/>
          <p:nvPr>
            <p:ph idx="13" type="subTitle"/>
          </p:nvPr>
        </p:nvSpPr>
        <p:spPr>
          <a:xfrm>
            <a:off x="3684200" y="3672700"/>
            <a:ext cx="2829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7" name="Google Shape;217;p21"/>
          <p:cNvSpPr txBox="1"/>
          <p:nvPr>
            <p:ph idx="14" type="subTitle"/>
          </p:nvPr>
        </p:nvSpPr>
        <p:spPr>
          <a:xfrm>
            <a:off x="6628933" y="524225"/>
            <a:ext cx="23895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8" name="Google Shape;218;p21"/>
          <p:cNvSpPr txBox="1"/>
          <p:nvPr>
            <p:ph idx="15" type="subTitle"/>
          </p:nvPr>
        </p:nvSpPr>
        <p:spPr>
          <a:xfrm>
            <a:off x="6628933" y="1569475"/>
            <a:ext cx="23895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9" name="Google Shape;219;p21"/>
          <p:cNvSpPr txBox="1"/>
          <p:nvPr>
            <p:ph idx="16" type="subTitle"/>
          </p:nvPr>
        </p:nvSpPr>
        <p:spPr>
          <a:xfrm>
            <a:off x="6628933" y="2619425"/>
            <a:ext cx="23895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1"/>
          <p:cNvSpPr txBox="1"/>
          <p:nvPr>
            <p:ph idx="17" type="subTitle"/>
          </p:nvPr>
        </p:nvSpPr>
        <p:spPr>
          <a:xfrm>
            <a:off x="6627326" y="3669375"/>
            <a:ext cx="23895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1" name="Google Shape;221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ients">
  <p:cSld name="CUSTOM_13">
    <p:bg>
      <p:bgPr>
        <a:solidFill>
          <a:schemeClr val="dk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3" name="Google Shape;223;p22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22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5" name="Google Shape;225;p22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6" name="Google Shape;226;p22"/>
          <p:cNvSpPr txBox="1"/>
          <p:nvPr>
            <p:ph idx="3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7" name="Google Shape;227;p22"/>
          <p:cNvSpPr txBox="1"/>
          <p:nvPr>
            <p:ph type="title"/>
          </p:nvPr>
        </p:nvSpPr>
        <p:spPr>
          <a:xfrm>
            <a:off x="129375" y="851075"/>
            <a:ext cx="3981300" cy="33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9pPr>
          </a:lstStyle>
          <a:p/>
        </p:txBody>
      </p:sp>
      <p:sp>
        <p:nvSpPr>
          <p:cNvPr id="228" name="Google Shape;228;p22"/>
          <p:cNvSpPr txBox="1"/>
          <p:nvPr>
            <p:ph idx="4" type="subTitle"/>
          </p:nvPr>
        </p:nvSpPr>
        <p:spPr>
          <a:xfrm>
            <a:off x="5704625" y="125600"/>
            <a:ext cx="3313800" cy="13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u="sng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9" name="Google Shape;229;p22"/>
          <p:cNvSpPr txBox="1"/>
          <p:nvPr>
            <p:ph idx="5" type="subTitle"/>
          </p:nvPr>
        </p:nvSpPr>
        <p:spPr>
          <a:xfrm>
            <a:off x="5704625" y="727050"/>
            <a:ext cx="33138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230" name="Google Shape;230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4">
    <p:bg>
      <p:bgPr>
        <a:solidFill>
          <a:schemeClr val="dk2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2" name="Google Shape;232;p23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23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4" name="Google Shape;234;p23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5" name="Google Shape;235;p23"/>
          <p:cNvSpPr txBox="1"/>
          <p:nvPr>
            <p:ph type="title"/>
          </p:nvPr>
        </p:nvSpPr>
        <p:spPr>
          <a:xfrm>
            <a:off x="133150" y="506600"/>
            <a:ext cx="4105200" cy="22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236" name="Google Shape;236;p23"/>
          <p:cNvSpPr txBox="1"/>
          <p:nvPr>
            <p:ph idx="3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7" name="Google Shape;237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8" name="Google Shape;238;p23"/>
          <p:cNvSpPr txBox="1"/>
          <p:nvPr>
            <p:ph idx="4" type="body"/>
          </p:nvPr>
        </p:nvSpPr>
        <p:spPr>
          <a:xfrm>
            <a:off x="5823300" y="3611800"/>
            <a:ext cx="30693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23"/>
          <p:cNvSpPr txBox="1"/>
          <p:nvPr>
            <p:ph idx="5" type="body"/>
          </p:nvPr>
        </p:nvSpPr>
        <p:spPr>
          <a:xfrm>
            <a:off x="5823300" y="2959400"/>
            <a:ext cx="30693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ution statement">
  <p:cSld name="CUSTOM_17">
    <p:bg>
      <p:bgPr>
        <a:solidFill>
          <a:schemeClr val="dk2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4"/>
          <p:cNvSpPr txBox="1"/>
          <p:nvPr>
            <p:ph type="title"/>
          </p:nvPr>
        </p:nvSpPr>
        <p:spPr>
          <a:xfrm>
            <a:off x="125700" y="655300"/>
            <a:ext cx="8899800" cy="31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/>
        </p:txBody>
      </p:sp>
      <p:sp>
        <p:nvSpPr>
          <p:cNvPr id="242" name="Google Shape;242;p24"/>
          <p:cNvSpPr txBox="1"/>
          <p:nvPr>
            <p:ph idx="1" type="body"/>
          </p:nvPr>
        </p:nvSpPr>
        <p:spPr>
          <a:xfrm>
            <a:off x="6508650" y="3276875"/>
            <a:ext cx="2502600" cy="12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cxnSp>
        <p:nvCxnSpPr>
          <p:cNvPr id="243" name="Google Shape;243;p24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24"/>
          <p:cNvSpPr txBox="1"/>
          <p:nvPr>
            <p:ph idx="2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5" name="Google Shape;245;p24"/>
          <p:cNvSpPr txBox="1"/>
          <p:nvPr>
            <p:ph idx="3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6" name="Google Shape;246;p24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51" name="Google Shape;25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4" name="Google Shape;25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258" name="Google Shape;25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2" name="Google Shape;262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3" name="Google Shape;26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9" name="Google Shape;269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0" name="Google Shape;27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73" name="Google Shape;27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6" name="Google Shape;276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7" name="Google Shape;277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8" name="Google Shape;278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9" name="Google Shape;27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</a:lstStyle>
          <a:p/>
        </p:txBody>
      </p:sp>
      <p:sp>
        <p:nvSpPr>
          <p:cNvPr id="282" name="Google Shape;28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5" name="Google Shape;285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286" name="Google Shape;28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p3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3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5" name="Google Shape;295;p3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6" name="Google Shape;296;p3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7" name="Google Shape;297;p3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01" name="Google Shape;301;p3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3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6" name="Google Shape;306;p3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07" name="Google Shape;307;p3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08" name="Google Shape;308;p3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3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2" name="Google Shape;312;p3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13" name="Google Shape;313;p3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14" name="Google Shape;314;p39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15" name="Google Shape;315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6" name="Google Shape;316;p39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7" name="Google Shape;317;p39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8" name="Google Shape;318;p39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1" name="Google Shape;321;p4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22" name="Google Shape;322;p4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23" name="Google Shape;323;p4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24" name="Google Shape;324;p4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25" name="Google Shape;325;p4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26" name="Google Shape;326;p4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7" name="Google Shape;327;p4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8" name="Google Shape;328;p4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9" name="Google Shape;329;p4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4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6" name="Google Shape;336;p4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38" name="Google Shape;338;p4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9" name="Google Shape;33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0" name="Google Shape;34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5" name="Google Shape;345;p4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4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4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8" name="Google Shape;348;p4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0" name="Google Shape;35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1" name="Google Shape;35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4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3" name="Google Shape;353;p4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4" name="Google Shape;354;p4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57" name="Google Shape;357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0" name="Google Shape;360;p4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4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4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4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4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4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4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4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9" name="Google Shape;369;p4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4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22700" y="404350"/>
            <a:ext cx="73068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22700" y="3046200"/>
            <a:ext cx="79701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58">
          <p15:clr>
            <a:srgbClr val="E46962"/>
          </p15:clr>
        </p15:guide>
        <p15:guide id="2" pos="581">
          <p15:clr>
            <a:srgbClr val="E46962"/>
          </p15:clr>
        </p15:guide>
        <p15:guide id="3" pos="660">
          <p15:clr>
            <a:srgbClr val="E46962"/>
          </p15:clr>
        </p15:guide>
        <p15:guide id="4" pos="1083">
          <p15:clr>
            <a:srgbClr val="E46962"/>
          </p15:clr>
        </p15:guide>
        <p15:guide id="5" pos="1162">
          <p15:clr>
            <a:srgbClr val="E46962"/>
          </p15:clr>
        </p15:guide>
        <p15:guide id="6" pos="1585">
          <p15:clr>
            <a:srgbClr val="E46962"/>
          </p15:clr>
        </p15:guide>
        <p15:guide id="7" pos="1664">
          <p15:clr>
            <a:srgbClr val="E46962"/>
          </p15:clr>
        </p15:guide>
        <p15:guide id="8" pos="2087">
          <p15:clr>
            <a:srgbClr val="E46962"/>
          </p15:clr>
        </p15:guide>
        <p15:guide id="9" pos="2167">
          <p15:clr>
            <a:srgbClr val="E46962"/>
          </p15:clr>
        </p15:guide>
        <p15:guide id="10" pos="2589">
          <p15:clr>
            <a:srgbClr val="E46962"/>
          </p15:clr>
        </p15:guide>
        <p15:guide id="11" pos="2669">
          <p15:clr>
            <a:srgbClr val="E46962"/>
          </p15:clr>
        </p15:guide>
        <p15:guide id="12" pos="3091">
          <p15:clr>
            <a:srgbClr val="E46962"/>
          </p15:clr>
        </p15:guide>
        <p15:guide id="13" pos="3171">
          <p15:clr>
            <a:srgbClr val="E46962"/>
          </p15:clr>
        </p15:guide>
        <p15:guide id="14" pos="79">
          <p15:clr>
            <a:srgbClr val="E46962"/>
          </p15:clr>
        </p15:guide>
        <p15:guide id="15" pos="5681">
          <p15:clr>
            <a:srgbClr val="E46962"/>
          </p15:clr>
        </p15:guide>
        <p15:guide id="16" pos="5602">
          <p15:clr>
            <a:srgbClr val="E46962"/>
          </p15:clr>
        </p15:guide>
        <p15:guide id="17" pos="3593">
          <p15:clr>
            <a:srgbClr val="E46962"/>
          </p15:clr>
        </p15:guide>
        <p15:guide id="18" pos="3673">
          <p15:clr>
            <a:srgbClr val="E46962"/>
          </p15:clr>
        </p15:guide>
        <p15:guide id="19" pos="4096">
          <p15:clr>
            <a:srgbClr val="E46962"/>
          </p15:clr>
        </p15:guide>
        <p15:guide id="20" pos="4175">
          <p15:clr>
            <a:srgbClr val="E46962"/>
          </p15:clr>
        </p15:guide>
        <p15:guide id="21" pos="4598">
          <p15:clr>
            <a:srgbClr val="E46962"/>
          </p15:clr>
        </p15:guide>
        <p15:guide id="22" pos="4677">
          <p15:clr>
            <a:srgbClr val="E46962"/>
          </p15:clr>
        </p15:guide>
        <p15:guide id="23" pos="5100">
          <p15:clr>
            <a:srgbClr val="E46962"/>
          </p15:clr>
        </p15:guide>
        <p15:guide id="24" pos="5184">
          <p15:clr>
            <a:srgbClr val="E46962"/>
          </p15:clr>
        </p15:guide>
        <p15:guide id="25" orient="horz" pos="79">
          <p15:clr>
            <a:srgbClr val="E46962"/>
          </p15:clr>
        </p15:guide>
        <p15:guide id="26" orient="horz" pos="3161">
          <p15:clr>
            <a:srgbClr val="E46962"/>
          </p15:clr>
        </p15:guide>
        <p15:guide id="27" orient="horz" pos="297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-iZRKafIslQC9UW7DbUDkHm1RQEcC6Uy/view" TargetMode="External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6"/>
          <p:cNvSpPr txBox="1"/>
          <p:nvPr>
            <p:ph type="title"/>
          </p:nvPr>
        </p:nvSpPr>
        <p:spPr>
          <a:xfrm>
            <a:off x="914850" y="1365900"/>
            <a:ext cx="7314300" cy="241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00"/>
                </a:solidFill>
                <a:latin typeface="Impact"/>
                <a:ea typeface="Impact"/>
                <a:cs typeface="Impact"/>
                <a:sym typeface="Impact"/>
              </a:rPr>
              <a:t>Formflow</a:t>
            </a:r>
            <a:endParaRPr b="1">
              <a:solidFill>
                <a:srgbClr val="FFFF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00"/>
                </a:solidFill>
                <a:latin typeface="Impact"/>
                <a:ea typeface="Impact"/>
                <a:cs typeface="Impact"/>
                <a:sym typeface="Impact"/>
              </a:rPr>
              <a:t>Your personal AI train coach</a:t>
            </a:r>
            <a:endParaRPr b="1" sz="3600">
              <a:solidFill>
                <a:srgbClr val="FFFF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75" name="Google Shape;375;p46"/>
          <p:cNvSpPr txBox="1"/>
          <p:nvPr>
            <p:ph idx="4" type="subTitle"/>
          </p:nvPr>
        </p:nvSpPr>
        <p:spPr>
          <a:xfrm>
            <a:off x="5830275" y="125600"/>
            <a:ext cx="31881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NYC Build With AI Hackathon at NYU Tandon School of Engineering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pic>
        <p:nvPicPr>
          <p:cNvPr id="381" name="Google Shape;38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075" y="1654203"/>
            <a:ext cx="3832551" cy="2585724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7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FormFlow</a:t>
            </a:r>
            <a:endParaRPr/>
          </a:p>
        </p:txBody>
      </p:sp>
      <p:sp>
        <p:nvSpPr>
          <p:cNvPr id="383" name="Google Shape;383;p47"/>
          <p:cNvSpPr txBox="1"/>
          <p:nvPr>
            <p:ph type="title"/>
          </p:nvPr>
        </p:nvSpPr>
        <p:spPr>
          <a:xfrm>
            <a:off x="5704625" y="500100"/>
            <a:ext cx="3313800" cy="41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Don’t know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 to start?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8"/>
          <p:cNvSpPr txBox="1"/>
          <p:nvPr>
            <p:ph type="title"/>
          </p:nvPr>
        </p:nvSpPr>
        <p:spPr>
          <a:xfrm>
            <a:off x="5704625" y="500100"/>
            <a:ext cx="3313800" cy="41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Don’t know If you’re Doing it right 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8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FormFlow</a:t>
            </a:r>
            <a:endParaRPr/>
          </a:p>
        </p:txBody>
      </p:sp>
      <p:sp>
        <p:nvSpPr>
          <p:cNvPr id="390" name="Google Shape;390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pic>
        <p:nvPicPr>
          <p:cNvPr id="391" name="Google Shape;39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375" y="694800"/>
            <a:ext cx="2502600" cy="3753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9"/>
          <p:cNvSpPr txBox="1"/>
          <p:nvPr>
            <p:ph type="title"/>
          </p:nvPr>
        </p:nvSpPr>
        <p:spPr>
          <a:xfrm>
            <a:off x="5704625" y="500100"/>
            <a:ext cx="3313800" cy="41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Forget your Sets and Reps !!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pic>
        <p:nvPicPr>
          <p:cNvPr id="398" name="Google Shape;39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488" y="1289952"/>
            <a:ext cx="3894874" cy="2563601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49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FormFlow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pic>
        <p:nvPicPr>
          <p:cNvPr id="405" name="Google Shape;40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787" y="1202023"/>
            <a:ext cx="4317775" cy="2739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50"/>
          <p:cNvSpPr txBox="1"/>
          <p:nvPr>
            <p:ph type="title"/>
          </p:nvPr>
        </p:nvSpPr>
        <p:spPr>
          <a:xfrm>
            <a:off x="5704625" y="500100"/>
            <a:ext cx="3313800" cy="41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you’re not sure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today’s workout is too intense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50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FormFlow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1"/>
          <p:cNvSpPr txBox="1"/>
          <p:nvPr>
            <p:ph type="title"/>
          </p:nvPr>
        </p:nvSpPr>
        <p:spPr>
          <a:xfrm>
            <a:off x="1204200" y="1194450"/>
            <a:ext cx="6735600" cy="241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900">
                <a:solidFill>
                  <a:schemeClr val="dk1"/>
                </a:solidFill>
              </a:rPr>
              <a:t>Formflow </a:t>
            </a:r>
            <a:endParaRPr sz="5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900">
                <a:solidFill>
                  <a:schemeClr val="dk1"/>
                </a:solidFill>
              </a:rPr>
              <a:t>AI agent </a:t>
            </a:r>
            <a:endParaRPr sz="5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900">
                <a:solidFill>
                  <a:schemeClr val="dk1"/>
                </a:solidFill>
              </a:rPr>
              <a:t>can totally Help you</a:t>
            </a:r>
            <a:endParaRPr sz="9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52" title="3月28日(1)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6653" y="0"/>
            <a:ext cx="6690684" cy="50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3"/>
          <p:cNvSpPr txBox="1"/>
          <p:nvPr>
            <p:ph idx="5" type="subTitle"/>
          </p:nvPr>
        </p:nvSpPr>
        <p:spPr>
          <a:xfrm>
            <a:off x="3687875" y="525200"/>
            <a:ext cx="50652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Workout Planner</a:t>
            </a:r>
            <a:endParaRPr/>
          </a:p>
        </p:txBody>
      </p:sp>
      <p:sp>
        <p:nvSpPr>
          <p:cNvPr id="423" name="Google Shape;423;p53"/>
          <p:cNvSpPr txBox="1"/>
          <p:nvPr>
            <p:ph type="title"/>
          </p:nvPr>
        </p:nvSpPr>
        <p:spPr>
          <a:xfrm>
            <a:off x="129375" y="525200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Think</a:t>
            </a:r>
            <a:endParaRPr/>
          </a:p>
        </p:txBody>
      </p:sp>
      <p:sp>
        <p:nvSpPr>
          <p:cNvPr id="424" name="Google Shape;424;p53"/>
          <p:cNvSpPr txBox="1"/>
          <p:nvPr>
            <p:ph idx="6" type="subTitle"/>
          </p:nvPr>
        </p:nvSpPr>
        <p:spPr>
          <a:xfrm>
            <a:off x="3687875" y="1926150"/>
            <a:ext cx="54618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Real-time record your sets and reps</a:t>
            </a:r>
            <a:endParaRPr/>
          </a:p>
        </p:txBody>
      </p:sp>
      <p:sp>
        <p:nvSpPr>
          <p:cNvPr id="425" name="Google Shape;425;p53"/>
          <p:cNvSpPr txBox="1"/>
          <p:nvPr>
            <p:ph idx="7" type="subTitle"/>
          </p:nvPr>
        </p:nvSpPr>
        <p:spPr>
          <a:xfrm>
            <a:off x="3687875" y="3317400"/>
            <a:ext cx="54618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Live Audio Workout Coaching</a:t>
            </a:r>
            <a:endParaRPr/>
          </a:p>
        </p:txBody>
      </p:sp>
      <p:sp>
        <p:nvSpPr>
          <p:cNvPr id="426" name="Google Shape;426;p53"/>
          <p:cNvSpPr txBox="1"/>
          <p:nvPr>
            <p:ph idx="3" type="title"/>
          </p:nvPr>
        </p:nvSpPr>
        <p:spPr>
          <a:xfrm>
            <a:off x="129375" y="1926150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Track</a:t>
            </a:r>
            <a:endParaRPr/>
          </a:p>
        </p:txBody>
      </p:sp>
      <p:sp>
        <p:nvSpPr>
          <p:cNvPr id="427" name="Google Shape;427;p53"/>
          <p:cNvSpPr txBox="1"/>
          <p:nvPr>
            <p:ph idx="4" type="title"/>
          </p:nvPr>
        </p:nvSpPr>
        <p:spPr>
          <a:xfrm>
            <a:off x="129375" y="3317475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Improve</a:t>
            </a:r>
            <a:endParaRPr/>
          </a:p>
        </p:txBody>
      </p:sp>
      <p:sp>
        <p:nvSpPr>
          <p:cNvPr id="428" name="Google Shape;428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4"/>
          <p:cNvSpPr txBox="1"/>
          <p:nvPr>
            <p:ph type="title"/>
          </p:nvPr>
        </p:nvSpPr>
        <p:spPr>
          <a:xfrm>
            <a:off x="1660850" y="1316375"/>
            <a:ext cx="7314300" cy="20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/>
              <a:t>Thank You</a:t>
            </a:r>
            <a:endParaRPr sz="12000"/>
          </a:p>
        </p:txBody>
      </p:sp>
      <p:sp>
        <p:nvSpPr>
          <p:cNvPr id="434" name="Google Shape;434;p54"/>
          <p:cNvSpPr txBox="1"/>
          <p:nvPr>
            <p:ph idx="2" type="subTitle"/>
          </p:nvPr>
        </p:nvSpPr>
        <p:spPr>
          <a:xfrm>
            <a:off x="0" y="3834000"/>
            <a:ext cx="224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Members</a:t>
            </a:r>
            <a:endParaRPr/>
          </a:p>
        </p:txBody>
      </p:sp>
      <p:sp>
        <p:nvSpPr>
          <p:cNvPr id="435" name="Google Shape;435;p54"/>
          <p:cNvSpPr txBox="1"/>
          <p:nvPr>
            <p:ph idx="4" type="body"/>
          </p:nvPr>
        </p:nvSpPr>
        <p:spPr>
          <a:xfrm>
            <a:off x="0" y="4338300"/>
            <a:ext cx="2978700" cy="7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Alaia Zhan - yz12709@nyu.edu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Yang Zhang - yz12043@nyu.edu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Yifan Wang - yw8986@nyu.edu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Proposal">
  <a:themeElements>
    <a:clrScheme name="Simple Light">
      <a:dk1>
        <a:srgbClr val="000000"/>
      </a:dk1>
      <a:lt1>
        <a:srgbClr val="FFFFFF"/>
      </a:lt1>
      <a:dk2>
        <a:srgbClr val="FCEB00"/>
      </a:dk2>
      <a:lt2>
        <a:srgbClr val="000000"/>
      </a:lt2>
      <a:accent1>
        <a:srgbClr val="D9D9D9"/>
      </a:accent1>
      <a:accent2>
        <a:srgbClr val="999999"/>
      </a:accent2>
      <a:accent3>
        <a:srgbClr val="525252"/>
      </a:accent3>
      <a:accent4>
        <a:srgbClr val="EFEFEF"/>
      </a:accent4>
      <a:accent5>
        <a:srgbClr val="0097A7"/>
      </a:accent5>
      <a:accent6>
        <a:srgbClr val="EEFF4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